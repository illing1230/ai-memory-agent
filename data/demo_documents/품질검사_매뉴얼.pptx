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품질검사 매뉴얼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5ED"/>
                </a:solidFill>
                <a:latin typeface="맑은 고딕"/>
              </a:defRPr>
            </a:pPr>
            <a:r>
              <a:t>품질관리팀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B4D8"/>
                </a:solidFill>
                <a:latin typeface="맑은 고딕"/>
              </a:defRPr>
            </a:pPr>
            <a:r>
              <a:t>문서 버전 1.0  |  발행일: 2026-01-15  | 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568C"/>
                </a:solidFill>
                <a:latin typeface="맑은 고딕"/>
              </a:defRPr>
            </a:pPr>
            <a:r>
              <a:t>검사원 공통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1. 검사 준비  —  작업 지시서 확인 및 검사 대상 로트(Lot) 정보 파악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2. 장비 점검  —  측정 장비 교정 상태 확인(교정 유효기간 준수 여부)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3. 샘플링  —  KS Q ISO 2859-1 기준에 따른 샘플 추출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4. 검사 수행  —  검사 기준서에 명시된 항목별 검사 실시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5. 기록 작성  —  검사 결과를 품질관리 시스템(QMS)에 즉시 입력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6. 판정 및 보고  —  합격/불합격 판정 후 관리자 승인 요청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맑은 고딕"/>
              </a:defRPr>
            </a:pPr>
            <a:r>
              <a:t>7. 부적합 처리  —  불합격 시 부적합 보고서(NCR) 발행 및 격리 조치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568C"/>
                </a:solidFill>
                <a:latin typeface="맑은 고딕"/>
              </a:defRPr>
            </a:pPr>
            <a:r>
              <a:t>외관 검사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아래 항목에 대해 육안 및 확대경(10x) 검사를 실시합니다.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검사 항목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 기준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검사 방법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허용 한도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스크래치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표면 길이 0.5mm 이하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육안 / 확대경(10x)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A면 불허 / B면 1개 이하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색차 ΔE ≤ 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색차계(Spectrophotometer)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전 면 동일 기준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치수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도면 공차 ±0.05mm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버니어 캘리퍼스 / CMM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공차 초과 시 불합격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이물질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부착 이물 없을 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육안 / UV 조명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전수 검사 기준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용접 상태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기공·크랙 없을 것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육안 / X-ray(필요시)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KS B 0845 기준 적용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568C"/>
                </a:solidFill>
                <a:latin typeface="맑은 고딕"/>
              </a:defRPr>
            </a:pPr>
            <a:r>
              <a:t>불량 유형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결함 등급에 따라 조치 수준이 달라집니다. 아래 분류표를 참고하십시오.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등급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분류명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정의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조치 사항</a:t>
                      </a:r>
                    </a:p>
                  </a:txBody>
                  <a:tcPr anchor="ctr">
                    <a:solidFill>
                      <a:srgbClr val="2E568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A등급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치명결함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(Critical)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사용자 안전에 직접적 위험을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초래하거나 법적 규제를 위반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절연 파괴, 날카로운 모서리,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유해물질 기준 초과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즉시 생산 중단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전수 검사 실시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원인 분석(8D) 필수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B등급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중결함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(Major)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제품 기능 또는 성능 저하를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유발하여 고객 불만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치수 공차 초과, 동작 불량,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외관 A면 스크래치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해당 로트 격리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샘플링 강화 검사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시정 조치 보고서 발행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C등급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경결함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(Minor)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제품 사용에 큰 영향 없으나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미관 또는 마감 품질 저하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미세 변색, B면 경미한 스크래치,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포장 라벨 위치 미세 어긋남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기록 후 출하 허용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(허용 한도 내)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주간 품질 회의 보고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568C"/>
                </a:solidFill>
                <a:latin typeface="맑은 고딕"/>
              </a:defRPr>
            </a:pPr>
            <a:r>
              <a:t>검사 보고서 작성법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■ 일일보고서 (Daily Report)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작성 시점: 매일 검사 종료 후 30분 이내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포함 항목: 검사 로트 수, 합격/불합격 수량, 주요 불량 유형, 특이사항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제출 대상: 품질관리 파트장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■ 주간보고서 (Weekly Report)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작성 시점: 매주 금요일 16:00까지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포함 항목: 주간 불량률 추이, Top 3 불량 유형, 시정조치 진행 현황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제출 대상: 품질관리팀장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■ 월간보고서 (Monthly Report)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작성 시점: 익월 3영업일 이내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포함 항목: 월간 품질 KPI(불량률, 고객 클레임 건수, CPK 지수),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  개선 과제 목록, 공정 능력 분석 결과, 차월 품질 목표</a:t>
            </a:r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   · 제출 대상: 품질관리 임원 / 경영 회의 보고용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